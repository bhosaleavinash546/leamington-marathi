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(793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analysis and real quote; suggests, self-corrects and raises findings on its own</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793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793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