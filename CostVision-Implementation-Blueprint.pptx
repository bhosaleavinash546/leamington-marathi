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5204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87168"/>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200400"/>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913632"/>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626864"/>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The code, rate library and knowledge base are OUR IP</a:t>
            </a:r>
          </a:p>
        </p:txBody>
      </p:sp>
      <p:sp>
        <p:nvSpPr>
          <p:cNvPr id="15" name="Rounded Rectangle 14"/>
          <p:cNvSpPr/>
          <p:nvPr/>
        </p:nvSpPr>
        <p:spPr>
          <a:xfrm>
            <a:off x="6263640" y="1828800"/>
            <a:ext cx="5532120" cy="352044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01168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87168"/>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200400"/>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913632"/>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626864"/>
            <a:ext cx="502920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577840"/>
            <a:ext cx="11384280" cy="86868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705856"/>
            <a:ext cx="10881360" cy="64008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793</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793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