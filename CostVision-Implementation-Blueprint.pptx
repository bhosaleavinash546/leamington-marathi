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currently talks to an external service — and moving that inside our control is exactly what this blueprint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we can simply switch off. So the job is not a redesign; it is closing one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currently go out. The AI layer is the one that matters — photos and derived summaries — and the next slides show how we bring it under our control. The other two are optional conveniences we simply switch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available today,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Full capability, and both contractual and technical control of the data.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which moves to the private AI endpoint. And note the last row — CostVision never stores CAD files at all; they are processed in memory and released. We will also give security an air-gapped switch so they can prove zero egress in a witnessed test, not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needs six bounded changes — private AI routing, the air-gap switch,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Total critical path: four to six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one endpoint change completes it. CAPEE integration is feasible and high-value, with CAPEE remaining the front door. The changes are bounded —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42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CAPEE integration ready</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4–6 weeks of changes</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(790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One configuration change closes the only external AI connection.</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790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D97706"/>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Today it calls an external API — the ONE connection this blueprint moves inside our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One endpoint change closes the gap.</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to fix</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Part/PCB photos + CAD-derived summaries → route to a private AI endpoint (§ next slides)</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keep off, or approve separately</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fetch, no company data — switch off or proxy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(or a self-hosted model later).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contractual &amp; technical data control</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with Option A available immediately for the most sensitive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The one change we make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 "air-gapped" switch lets security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bounded items</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1. Private AI routing — </a:t>
            </a:r>
            <a:r>
              <a:rPr sz="1100" b="0" i="0">
                <a:solidFill>
                  <a:srgbClr val="334155"/>
                </a:solidFill>
                <a:latin typeface="Calibri"/>
              </a:rPr>
              <a:t>point the AI client at our endpoint (config + small factory)</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2. "Air-gapped" switch — </a:t>
            </a:r>
            <a:r>
              <a:rPr sz="1100" b="0" i="0">
                <a:solidFill>
                  <a:srgbClr val="334155"/>
                </a:solidFill>
                <a:latin typeface="Calibri"/>
              </a:rPr>
              <a:t>provably disable all external calls</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Total critical path: ~4–6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790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already never leaves; one AI endpoint change closes the gap</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Bounded: ~4–6 engineering weeks critical path</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