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Five upgrades shipped in 2026, all built and tested. Conformal confidence gives an uncertainty band with an actual coverage guarantee from our own logged quotes — a number a buyer can defend. The negotiation coach names the commodity driving a part's cost and writes the counter-argument for the buyer. The autonomous agent now learns which findings actually convert into savings and prioritises the money we can really recover. The what-if engine answers 'if a commodity moves, what happens' for one part or the whole portfolio, as a defensible conditional rather than a forecast. And the principle underneath all of it: everything stays glass-box — every learned number is auditable, nothing is a black box. That is the opposite of how the competitors work, and it's what makes our numbers usable in a real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(813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813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five upgrades that widen the moat</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78638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38528"/>
            <a:ext cx="3200400" cy="5486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Conformal confidence</a:t>
            </a:r>
          </a:p>
        </p:txBody>
      </p:sp>
      <p:sp>
        <p:nvSpPr>
          <p:cNvPr id="12" name="TextBox 11"/>
          <p:cNvSpPr txBox="1"/>
          <p:nvPr/>
        </p:nvSpPr>
        <p:spPr>
          <a:xfrm>
            <a:off x="3931920" y="1938528"/>
            <a:ext cx="7680960" cy="59436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An empirical band with a coverage guarantee — "90% of your logged quotes landed within ±6.5%". Defensible, not asserted.</a:t>
            </a:r>
          </a:p>
        </p:txBody>
      </p:sp>
      <p:sp>
        <p:nvSpPr>
          <p:cNvPr id="13" name="Rounded Rectangle 12"/>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724912"/>
            <a:ext cx="82296" cy="78638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834640"/>
            <a:ext cx="3200400" cy="5486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16" name="TextBox 15"/>
          <p:cNvSpPr txBox="1"/>
          <p:nvPr/>
        </p:nvSpPr>
        <p:spPr>
          <a:xfrm>
            <a:off x="3931920" y="2834640"/>
            <a:ext cx="7680960" cy="59436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Names the cost driver and writes the counter: "a quote of £95 implies aluminium +14% above spot — hold at £86.34."</a:t>
            </a:r>
          </a:p>
        </p:txBody>
      </p:sp>
      <p:sp>
        <p:nvSpPr>
          <p:cNvPr id="17" name="Rounded Rectangle 16"/>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621024"/>
            <a:ext cx="82296" cy="7863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730752"/>
            <a:ext cx="3200400" cy="5486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0" name="TextBox 19"/>
          <p:cNvSpPr txBox="1"/>
          <p:nvPr/>
        </p:nvSpPr>
        <p:spPr>
          <a:xfrm>
            <a:off x="3931920" y="3730752"/>
            <a:ext cx="7680960" cy="59436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The agent learns which findings convert and ranks by money it can really recover — a £100k gap that closes beats a £200k gap that never does.</a:t>
            </a:r>
          </a:p>
        </p:txBody>
      </p:sp>
      <p:sp>
        <p:nvSpPr>
          <p:cNvPr id="21" name="Rounded Rectangle 20"/>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517136"/>
            <a:ext cx="82296" cy="78638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626864"/>
            <a:ext cx="3200400" cy="54864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4" name="TextBox 23"/>
          <p:cNvSpPr txBox="1"/>
          <p:nvPr/>
        </p:nvSpPr>
        <p:spPr>
          <a:xfrm>
            <a:off x="3931920" y="4626864"/>
            <a:ext cx="7680960" cy="59436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Drag a commodity ±20% and the price recomputes live; run it across the whole portfolio ("if steel +10%, 7 parts go underwater").</a:t>
            </a:r>
          </a:p>
        </p:txBody>
      </p:sp>
      <p:sp>
        <p:nvSpPr>
          <p:cNvPr id="25" name="Rounded Rectangle 24"/>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413248"/>
            <a:ext cx="82296" cy="78638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522976"/>
            <a:ext cx="3200400" cy="54864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28" name="TextBox 27"/>
          <p:cNvSpPr txBox="1"/>
          <p:nvPr/>
        </p:nvSpPr>
        <p:spPr>
          <a:xfrm>
            <a:off x="3931920" y="5522976"/>
            <a:ext cx="7680960" cy="59436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813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813</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813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