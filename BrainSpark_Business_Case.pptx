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1645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20" kern="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IDEA GENERATION BUSINESS CASE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40233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14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BrainSpark  –  AI-Assisted Cost Reduction Idea Generation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" y="859536"/>
            <a:ext cx="5989320" cy="1152144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9509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983480" y="9509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13248" y="914400"/>
            <a:ext cx="219456" cy="219456"/>
          </a:xfrm>
          <a:prstGeom prst="rect">
            <a:avLst/>
          </a:prstGeom>
          <a:solidFill>
            <a:srgbClr val="FFFFFF"/>
          </a:solidFill>
          <a:ln w="15875">
            <a:solidFill>
              <a:srgbClr val="3A40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" y="1225296"/>
            <a:ext cx="55686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ideas come from workshops, so the output depends on who is in the room that week.</a:t>
            </a:r>
            <a:endParaRPr lang="en-US" sz="82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arrive as one-liners — no process, no part detail, no number attached.</a:t>
            </a:r>
            <a:endParaRPr lang="en-US" sz="82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are estimated from opinion, so Finance discounts them until someone proves them.</a:t>
            </a:r>
            <a:endParaRPr lang="en-US" sz="82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parts the attendees know get looked at, and nothing brings in benchmark or cross-industry data.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228600" y="2103120"/>
            <a:ext cx="5989320" cy="1188720"/>
          </a:xfrm>
          <a:prstGeom prst="roundRect">
            <a:avLst>
              <a:gd name="adj" fmla="val 6923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" y="21945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38912" y="2468880"/>
            <a:ext cx="55686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People-dependent and skill-dependent: a few experienced engineers carry it. When they are busy, idea flow stops.</a:t>
            </a:r>
            <a:endParaRPr lang="en-US" sz="82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of manual preparation — drawings, BOMs, cost data, benchmarks — before a workshop can even run.</a:t>
            </a:r>
            <a:endParaRPr lang="en-US" sz="82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8–15 people off the job for one to two days, then weeks of chasing authors for enough detail to cost an idea.</a:t>
            </a:r>
            <a:endParaRPr lang="en-US" sz="82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ideas are never completed and quietly drop out; what was proven or rejected elsewhere is invisible.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228600" y="3383280"/>
            <a:ext cx="5989320" cy="3246120"/>
          </a:xfrm>
          <a:prstGeom prst="roundRect">
            <a:avLst>
              <a:gd name="adj" fmla="val 2535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" y="347472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 / Model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38912" y="3749040"/>
            <a:ext cx="55686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the 3D CAD and the 2D drawings. Geometry, material, tolerances and finishes are read automatically, and ideas come back at assembly, sub-assembly, part and technology level.</a:t>
            </a:r>
            <a:endParaRPr lang="en-US" sz="82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cover lower-cost design with benchmark references, alternative materials and manufacturing processes, part and fastener consolidation, tolerance and finish relaxation, and genuinely novel concepts.</a:t>
            </a:r>
            <a:endParaRPr lang="en-US" sz="82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idea is priced by a deterministic cost engine and labelled confirmed, contradicted, or not verifiable with the reason. The AI proposes and explains; it never invents a number.</a:t>
            </a:r>
            <a:endParaRPr lang="en-US" sz="82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automotive commodities: BIW, chassis, powertrain, e-drive, battery, thermal, interior, exterior, electrical / electronic, harness.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438912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tools built and working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38912" y="5065776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Costed ideas for any vehicle system</a:t>
            </a:r>
            <a:endParaRPr lang="en-US" sz="740" dirty="0"/>
          </a:p>
        </p:txBody>
      </p:sp>
      <p:sp>
        <p:nvSpPr>
          <p:cNvPr id="17" name="Text 15"/>
          <p:cNvSpPr txBox="1"/>
          <p:nvPr/>
        </p:nvSpPr>
        <p:spPr>
          <a:xfrm>
            <a:off x="438912" y="5234940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Studio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Eight VA/VE methods, every idea priced</a:t>
            </a:r>
            <a:endParaRPr lang="en-US" sz="740" dirty="0"/>
          </a:p>
        </p:txBody>
      </p:sp>
      <p:sp>
        <p:nvSpPr>
          <p:cNvPr id="18" name="Text 16"/>
          <p:cNvSpPr txBox="1"/>
          <p:nvPr/>
        </p:nvSpPr>
        <p:spPr>
          <a:xfrm>
            <a:off x="438912" y="5404104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TRIZ Studio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Breaks cost-versus-performance trade-offs</a:t>
            </a:r>
            <a:endParaRPr lang="en-US" sz="740" dirty="0"/>
          </a:p>
        </p:txBody>
      </p:sp>
      <p:sp>
        <p:nvSpPr>
          <p:cNvPr id="19" name="Text 17"/>
          <p:cNvSpPr txBox="1"/>
          <p:nvPr/>
        </p:nvSpPr>
        <p:spPr>
          <a:xfrm>
            <a:off x="438912" y="5573268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Studio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Ideas from a part photo or CAD file</a:t>
            </a:r>
            <a:endParaRPr lang="en-US" sz="740" dirty="0"/>
          </a:p>
        </p:txBody>
      </p:sp>
      <p:sp>
        <p:nvSpPr>
          <p:cNvPr id="20" name="Text 18"/>
          <p:cNvSpPr txBox="1"/>
          <p:nvPr/>
        </p:nvSpPr>
        <p:spPr>
          <a:xfrm>
            <a:off x="438912" y="5742432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Diff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cost a design change added</a:t>
            </a:r>
            <a:endParaRPr lang="en-US" sz="740" dirty="0"/>
          </a:p>
        </p:txBody>
      </p:sp>
      <p:sp>
        <p:nvSpPr>
          <p:cNvPr id="21" name="Text 19"/>
          <p:cNvSpPr txBox="1"/>
          <p:nvPr/>
        </p:nvSpPr>
        <p:spPr>
          <a:xfrm>
            <a:off x="438912" y="5911596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Cost breakdown, quote gap, evidenced ideas</a:t>
            </a:r>
            <a:endParaRPr lang="en-US" sz="740" dirty="0"/>
          </a:p>
        </p:txBody>
      </p:sp>
      <p:sp>
        <p:nvSpPr>
          <p:cNvPr id="22" name="Text 20"/>
          <p:cNvSpPr txBox="1"/>
          <p:nvPr/>
        </p:nvSpPr>
        <p:spPr>
          <a:xfrm>
            <a:off x="438912" y="6080760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Should-Cost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Bottom-up piece price from first principles</a:t>
            </a:r>
            <a:endParaRPr lang="en-US" sz="740" dirty="0"/>
          </a:p>
        </p:txBody>
      </p:sp>
      <p:sp>
        <p:nvSpPr>
          <p:cNvPr id="23" name="Text 21"/>
          <p:cNvSpPr txBox="1"/>
          <p:nvPr/>
        </p:nvSpPr>
        <p:spPr>
          <a:xfrm>
            <a:off x="438912" y="6249924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→ Cost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Cost driven by the geometry itself</a:t>
            </a:r>
            <a:endParaRPr lang="en-US" sz="740" dirty="0"/>
          </a:p>
        </p:txBody>
      </p:sp>
      <p:sp>
        <p:nvSpPr>
          <p:cNvPr id="24" name="Text 22"/>
          <p:cNvSpPr txBox="1"/>
          <p:nvPr/>
        </p:nvSpPr>
        <p:spPr>
          <a:xfrm>
            <a:off x="438912" y="6419088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 → BOM → Cost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Board image to BOM to cost</a:t>
            </a:r>
            <a:endParaRPr lang="en-US" sz="740" dirty="0"/>
          </a:p>
        </p:txBody>
      </p:sp>
      <p:sp>
        <p:nvSpPr>
          <p:cNvPr id="25" name="Text 23"/>
          <p:cNvSpPr txBox="1"/>
          <p:nvPr/>
        </p:nvSpPr>
        <p:spPr>
          <a:xfrm>
            <a:off x="3355848" y="5065776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Batch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Prices a whole BOM in one run</a:t>
            </a:r>
            <a:endParaRPr lang="en-US" sz="740" dirty="0"/>
          </a:p>
        </p:txBody>
      </p:sp>
      <p:sp>
        <p:nvSpPr>
          <p:cNvPr id="26" name="Text 24"/>
          <p:cNvSpPr txBox="1"/>
          <p:nvPr/>
        </p:nvSpPr>
        <p:spPr>
          <a:xfrm>
            <a:off x="3355848" y="5234940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DFM / DFA Studio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Catches build problems early</a:t>
            </a:r>
            <a:endParaRPr lang="en-US" sz="740" dirty="0"/>
          </a:p>
        </p:txBody>
      </p:sp>
      <p:sp>
        <p:nvSpPr>
          <p:cNvPr id="27" name="Text 25"/>
          <p:cNvSpPr txBox="1"/>
          <p:nvPr/>
        </p:nvSpPr>
        <p:spPr>
          <a:xfrm>
            <a:off x="3355848" y="5404104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Wiring Harness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Copper, connectors and assembly minutes</a:t>
            </a:r>
            <a:endParaRPr lang="en-US" sz="740" dirty="0"/>
          </a:p>
        </p:txBody>
      </p:sp>
      <p:sp>
        <p:nvSpPr>
          <p:cNvPr id="28" name="Text 26"/>
          <p:cNvSpPr txBox="1"/>
          <p:nvPr/>
        </p:nvSpPr>
        <p:spPr>
          <a:xfrm>
            <a:off x="3355848" y="5573268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Idea to confirmed saving, tracked</a:t>
            </a:r>
            <a:endParaRPr lang="en-US" sz="740" dirty="0"/>
          </a:p>
        </p:txBody>
      </p:sp>
      <p:sp>
        <p:nvSpPr>
          <p:cNvPr id="29" name="Text 27"/>
          <p:cNvSpPr txBox="1"/>
          <p:nvPr/>
        </p:nvSpPr>
        <p:spPr>
          <a:xfrm>
            <a:off x="3355848" y="5742432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VAVE Tracker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Approved ideas driven to implementation</a:t>
            </a:r>
            <a:endParaRPr lang="en-US" sz="740" dirty="0"/>
          </a:p>
        </p:txBody>
      </p:sp>
      <p:sp>
        <p:nvSpPr>
          <p:cNvPr id="30" name="Text 28"/>
          <p:cNvSpPr txBox="1"/>
          <p:nvPr/>
        </p:nvSpPr>
        <p:spPr>
          <a:xfrm>
            <a:off x="3355848" y="5911596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Marketplace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Reusable library of proven ideas</a:t>
            </a:r>
            <a:endParaRPr lang="en-US" sz="740" dirty="0"/>
          </a:p>
        </p:txBody>
      </p:sp>
      <p:sp>
        <p:nvSpPr>
          <p:cNvPr id="31" name="Text 29"/>
          <p:cNvSpPr txBox="1"/>
          <p:nvPr/>
        </p:nvSpPr>
        <p:spPr>
          <a:xfrm>
            <a:off x="3355848" y="6080760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Where the part is heading technically</a:t>
            </a:r>
            <a:endParaRPr lang="en-US" sz="740" dirty="0"/>
          </a:p>
        </p:txBody>
      </p:sp>
      <p:sp>
        <p:nvSpPr>
          <p:cNvPr id="32" name="Text 30"/>
          <p:cNvSpPr txBox="1"/>
          <p:nvPr/>
        </p:nvSpPr>
        <p:spPr>
          <a:xfrm>
            <a:off x="3355848" y="6249924"/>
            <a:ext cx="2761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Trends</a:t>
            </a:r>
            <a:pPr indent="0" marL="0"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Commodity trends and the real levers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6355080" y="859536"/>
            <a:ext cx="2788920" cy="1152144"/>
          </a:xfrm>
          <a:prstGeom prst="roundRect">
            <a:avLst>
              <a:gd name="adj" fmla="val 7143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37960" y="9509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ROI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1207008"/>
            <a:ext cx="24231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£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Return: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return based on?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20" i="1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hours released × loaded rate, plus confirmed piece-cost saving × annual volume.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55080" y="2103120"/>
            <a:ext cx="2788920" cy="420624"/>
          </a:xfrm>
          <a:prstGeom prst="roundRect">
            <a:avLst>
              <a:gd name="adj" fmla="val 19565"/>
            </a:avLst>
          </a:prstGeom>
          <a:solidFill>
            <a:srgbClr val="DEE5F0"/>
          </a:solidFill>
          <a:ln w="9525">
            <a:solidFill>
              <a:srgbClr val="BCC8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37960" y="2203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(hrs/week)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355080" y="2615184"/>
            <a:ext cx="2788920" cy="4014216"/>
          </a:xfrm>
          <a:prstGeom prst="roundRect">
            <a:avLst>
              <a:gd name="adj" fmla="val 2951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37960" y="27066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Benefits: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537960" y="2980944"/>
            <a:ext cx="242316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 </a:t>
            </a:r>
            <a:pPr indent="0" marL="0">
              <a:lnSpc>
                <a:spcPct val="94000"/>
              </a:lnSpc>
              <a:spcAft>
                <a:spcPts val="6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 of parts a programme, not a workshop shortlist.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 </a:t>
            </a:r>
            <a:pPr indent="0" marL="0">
              <a:lnSpc>
                <a:spcPct val="94000"/>
              </a:lnSpc>
              <a:spcAft>
                <a:spcPts val="6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in minutes, already described and costed. No chase cycle.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 </a:t>
            </a:r>
            <a:pPr indent="0" marL="0">
              <a:lnSpc>
                <a:spcPct val="94000"/>
              </a:lnSpc>
              <a:spcAft>
                <a:spcPts val="6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material, tolerance and a calculated saving on every idea.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 </a:t>
            </a:r>
            <a:pPr indent="0" marL="0">
              <a:lnSpc>
                <a:spcPct val="94000"/>
              </a:lnSpc>
              <a:spcAft>
                <a:spcPts val="6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method every time, whoever is available that week.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 </a:t>
            </a:r>
            <a:pPr indent="0" marL="0">
              <a:lnSpc>
                <a:spcPct val="94000"/>
              </a:lnSpc>
              <a:spcAft>
                <a:spcPts val="6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commodity, including the ones a workshop never reaches.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 </a:t>
            </a:r>
            <a:pPr indent="0" marL="0">
              <a:lnSpc>
                <a:spcPct val="94000"/>
              </a:lnSpc>
              <a:spcAft>
                <a:spcPts val="6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come from a cost engine Finance can check, not an opinion.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 </a:t>
            </a:r>
            <a:pPr indent="0" marL="0">
              <a:lnSpc>
                <a:spcPct val="94000"/>
              </a:lnSpc>
              <a:spcAft>
                <a:spcPts val="6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Ideas, decisions and confirmed savings are kept and reused.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 </a:t>
            </a:r>
            <a:pPr indent="0" marL="0">
              <a:lnSpc>
                <a:spcPct val="94000"/>
              </a:lnSpc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from data entry to judge and implement the ideas.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9281160" y="859536"/>
            <a:ext cx="2679192" cy="1152144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464040" y="9509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Individuals: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464040" y="1225296"/>
            <a:ext cx="2313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Submitter: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LL4 Sponsor: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464040" y="1609344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agreed with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11430000" y="1664208"/>
            <a:ext cx="219456" cy="219456"/>
          </a:xfrm>
          <a:prstGeom prst="rect">
            <a:avLst/>
          </a:prstGeom>
          <a:solidFill>
            <a:srgbClr val="FFFFFF"/>
          </a:solidFill>
          <a:ln w="15875">
            <a:solidFill>
              <a:srgbClr val="3A404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281160" y="2103120"/>
            <a:ext cx="2679192" cy="4526280"/>
          </a:xfrm>
          <a:prstGeom prst="roundRect">
            <a:avLst>
              <a:gd name="adj" fmla="val 3072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464040" y="2194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Scoping: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9464040" y="2468880"/>
            <a:ext cx="2313432" cy="405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Enabling AI on an existing system?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— standalone application, already built. Feeds existing costing systems by export.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used:  ANTHROPIC Claude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implementation/support required?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— hosting, a persistent volume and an API key. No new hardware.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handling: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CAD, drawings and cost data stay inside the deployment. Accounts hold a work email only.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start a run: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CAD (STEP or native), 2D drawings, annual volume, and the current price or quote where there is one.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Excel, PowerPoint and PDF, straight into the programme review.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Proving it: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parts already costed by hand and compare, before anything is relied on.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BrainSpark — AI-Assisted Cost Reduction Idea Generation</dc:title>
  <dc:subject>PptxGenJS Presentation</dc:subject>
  <dc:creator>BrainSpark</dc:creator>
  <cp:lastModifiedBy>BrainSpark</cp:lastModifiedBy>
  <cp:revision>1</cp:revision>
  <dcterms:created xsi:type="dcterms:W3CDTF">2026-09-10T09:15:06Z</dcterms:created>
  <dcterms:modified xsi:type="dcterms:W3CDTF">2026-09-10T09:15:06Z</dcterms:modified>
</cp:coreProperties>
</file>