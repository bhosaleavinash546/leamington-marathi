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GENERATION BUSINESS CASE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389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8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AI Idea Generation Tool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6812280" cy="2651760"/>
          </a:xfrm>
          <a:prstGeom prst="roundRect">
            <a:avLst>
              <a:gd name="adj" fmla="val 310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0789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0789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46520" y="1042416"/>
            <a:ext cx="237744" cy="237744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1408176"/>
            <a:ext cx="633679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ideas are usually generated through workshops. Setting these up can take weeks, and the quality of the output depends on which cross-functional team members attend.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ideas are captured as a single line, such as "change the material" or "remove the bracket", with little detail on the process, material grade, tolerances or quantities involved.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knows whether an idea is worth 20p or £2 until someone manually evaluates and costs it.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programme can contain thousands of parts, but workshops typically review only a small number, so many commodities and opportunities are never explored.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 often depend on individual expertise. If the right knowledge is not in the room at the time, valuable ideas are overlooked.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6812280" cy="2907792"/>
          </a:xfrm>
          <a:prstGeom prst="roundRect">
            <a:avLst>
              <a:gd name="adj" fmla="val 2830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38404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4169664"/>
            <a:ext cx="63367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 are identified mainly through workshops, which take time to organise and depend heavily on the knowledge of those who attend.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are often high level, with limited detail on materials, processes, specifications or technical constraints.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can only be confirmed after manual analysis, costing and data review.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review, costing and prioritisation are carried out separately, which slows decision making.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quality of ideas varies with individual experience, and only a small portion of parts can be reviewed.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spend significant time collecting and interpreting data instead of implementing improvements.</a:t>
            </a:r>
            <a:endParaRPr lang="en-US" sz="1050" dirty="0"/>
          </a:p>
          <a:p>
            <a:pPr marL="342900" indent="-342900">
              <a:lnSpc>
                <a:spcPct val="93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 is resource-intensive, time-consuming and difficult to scale across programmes and teams.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98080" y="960120"/>
            <a:ext cx="4233672" cy="1508760"/>
          </a:xfrm>
          <a:prstGeom prst="roundRect">
            <a:avLst>
              <a:gd name="adj" fmla="val 5455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5824" y="10789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ROI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35824" y="1408176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</a:t>
            </a:r>
            <a:pPr indent="0" marL="0">
              <a:lnSpc>
                <a:spcPct val="95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API usage. No new hardware and no licences.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Return: </a:t>
            </a:r>
            <a:pPr indent="0" marL="0">
              <a:lnSpc>
                <a:spcPct val="95000"/>
              </a:lnSpc>
              <a:spcAft>
                <a:spcPts val="600"/>
              </a:spcAft>
              <a:buNone/>
            </a:pP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return based on?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0" y="2578608"/>
            <a:ext cx="4233672" cy="548640"/>
          </a:xfrm>
          <a:prstGeom prst="roundRect">
            <a:avLst>
              <a:gd name="adj" fmla="val 15000"/>
            </a:avLst>
          </a:prstGeom>
          <a:solidFill>
            <a:srgbClr val="DEE5F0"/>
          </a:solidFill>
          <a:ln w="9525">
            <a:solidFill>
              <a:srgbClr val="BCC8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35824" y="273405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demand (hrs/week)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98080" y="3236976"/>
            <a:ext cx="4233672" cy="3392424"/>
          </a:xfrm>
          <a:prstGeom prst="roundRect">
            <a:avLst>
              <a:gd name="adj" fmla="val 242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35824" y="33558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Scoping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35824" y="3712464"/>
            <a:ext cx="375818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AI on an existing system?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100"/>
              </a:spcAft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/ NO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100"/>
              </a:spcAft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 / support required?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100"/>
              </a:spcAft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YES. Basic setup is needed, including hosting, local storage and an API key. No new hardware required.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handling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100"/>
              </a:spcAft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and drawing files are processed on the server and are not sent out. Text taken from them — part name, dimensions, material, cost figures — goes to the Anthropic API so the ideas can be written.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is proven</a:t>
            </a:r>
            <a:endParaRPr lang="en-US" sz="1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set of parts that have already been costed by hand and compare the two, before anything is relied on.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8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AI Idea Generation Tool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532120" cy="5440680"/>
          </a:xfrm>
          <a:prstGeom prst="roundRect">
            <a:avLst>
              <a:gd name="adj" fmla="val 1513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070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09344"/>
            <a:ext cx="5020056" cy="4718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CAD models, drawings, BOMs and cost data into the tool.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design, materials, manufacturing processes and costs are reviewed automatically.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generates detailed cost reduction ideas rather than high level suggestions.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idea includes the recommended change, the estimated saving and the supporting rationale.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parts and assemblies can be assessed, not just the few reviewed in a workshop.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 are identified consistently, using the same approach every time.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are estimated automatically, which reduces manual costing effort.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focus on evaluating and implementing the best ideas rather than collecting and analysing data.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built inside BrainSpark: Prism (CAD to idea), Innovation Studio (text to idea), TRIZ Studio (problem solving), DFM / DFA (design optimisation).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298448"/>
            <a:ext cx="5422392" cy="5193792"/>
          </a:xfrm>
          <a:prstGeom prst="roundRect">
            <a:avLst>
              <a:gd name="adj" fmla="val 1585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65392" y="1453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1856232"/>
            <a:ext cx="4910328" cy="4443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cost reduction opportunities much faster than traditional workshop-based approaches.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programme coverage by assessing hundreds of parts rather than a limited sample.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consistency by applying the same analysis across all commodities and programmes.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early visibility of savings potential, helping teams prioritise high value opportunities.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manual effort spent on data collection, costing and initial analysis.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engineering productivity by allowing teams to focus on validation and implementation.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better decision making through quantified savings estimates.</a:t>
            </a:r>
            <a:endParaRPr lang="en-US" sz="1250" dirty="0"/>
          </a:p>
          <a:p>
            <a:pPr marL="342900" indent="-342900">
              <a:lnSpc>
                <a:spcPct val="93000"/>
              </a:lnSpc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delivery of cost reduction targets and increase realised savings.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— AI Idea Generation Tool</dc:title>
  <dc:subject>PptxGenJS Presentation</dc:subject>
  <dc:creator>BrainSpark</dc:creator>
  <cp:lastModifiedBy>BrainSpark</cp:lastModifiedBy>
  <cp:revision>1</cp:revision>
  <dcterms:created xsi:type="dcterms:W3CDTF">2026-09-16T07:58:50Z</dcterms:created>
  <dcterms:modified xsi:type="dcterms:W3CDTF">2026-09-16T07:58:50Z</dcterms:modified>
</cp:coreProperties>
</file>