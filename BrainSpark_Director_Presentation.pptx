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verified ideas an engineer can pull from instead of starting blank, each already carrying an engine-checked cost. It now polices itself too: a coverage map shows where our thinking is thin, duplicate submissions get caught at the door, and ideas cluster into browsable themes. On the right, the analytics turn ideas into decisions: confidence bands so we're honest about uncertainty, an ROI calculator for the business case, and a savings pipeline with proper stage-gate scorecards — promoting an idea past an unfinished checklist warns you exactly what was skipped. Plus a patent check that cites real patent records, clearly labelled, with the standing caveat that it's awareness, not legal advice.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 and be upfront about how it was built, because it's the strongest part of the story: I built this with AI-assisted development. I set the direction, made the engineering decisions, reviewed and tested everything; AI did the heavy lifting on the code. In other words, I used exactly the human-plus-AI way of working this tool offers our engineers — and this is what one engineer can produce with it on personal time, evenings and weekends. Then walk the numbers: over forty-two thousand lines of production code, and note the unusual part — five and a half thousand lines of curated engineering knowledge, the levers and benchmarks that make ideas automotive-grade rather than generic. Land on the test ratio: one line of test for every six and a half of product. Every engine is unit-tested, accuracy is proven on parts the model never saw, and even changes to the AI itself get A/B-measured before they ship. The message for the Director: AI accelerated the build, but engineering discipline governed it — the same bargain the tool offers the whole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13+</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vehicle systems</a:t>
            </a:r>
          </a:p>
        </p:txBody>
      </p:sp>
      <p:sp>
        <p:nvSpPr>
          <p:cNvPr id="12" name="Rounded Rectangle 11"/>
          <p:cNvSpPr/>
          <p:nvPr/>
        </p:nvSpPr>
        <p:spPr>
          <a:xfrm>
            <a:off x="35204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11</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innovation methods</a:t>
            </a:r>
          </a:p>
        </p:txBody>
      </p:sp>
      <p:sp>
        <p:nvSpPr>
          <p:cNvPr id="15" name="Rounded Rectangle 14"/>
          <p:cNvSpPr/>
          <p:nvPr/>
        </p:nvSpPr>
        <p:spPr>
          <a:xfrm>
            <a:off x="60350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1,600+</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verified ideas</a:t>
            </a:r>
          </a:p>
        </p:txBody>
      </p:sp>
      <p:sp>
        <p:nvSpPr>
          <p:cNvPr id="18" name="Rounded Rectangle 17"/>
          <p:cNvSpPr/>
          <p:nvPr/>
        </p:nvSpPr>
        <p:spPr>
          <a:xfrm>
            <a:off x="85496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 Circularity · Biomimicry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Physical effects, EU ELV design, nature's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OEM-benchmarked, verified cost ideas</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Engineer-directed, AI-accelerated development — the same human + AI leverage the tool itself delivers.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42,600+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production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150+</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283</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 : 6.5</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test lines per product lines</a:t>
            </a:r>
          </a:p>
        </p:txBody>
      </p:sp>
      <p:sp>
        <p:nvSpPr>
          <p:cNvPr id="24" name="Rounded Rectangle 23"/>
          <p:cNvSpPr/>
          <p:nvPr/>
        </p:nvSpPr>
        <p:spPr>
          <a:xfrm>
            <a:off x="548640" y="3200400"/>
            <a:ext cx="6217920" cy="28346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37560"/>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730751"/>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950207"/>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867911"/>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160519"/>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379975"/>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97679"/>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590287"/>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809743"/>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727447"/>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5020055"/>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239511"/>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157215"/>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449823"/>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669279"/>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586983"/>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200400"/>
            <a:ext cx="4645152" cy="28346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337560"/>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730752"/>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730752"/>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726679" y="3712464"/>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Every cost engine ships with unit tests — 283 run on every change</a:t>
            </a:r>
          </a:p>
        </p:txBody>
      </p:sp>
      <p:sp>
        <p:nvSpPr>
          <p:cNvPr id="46" name="Rounded Rectangle 45"/>
          <p:cNvSpPr/>
          <p:nvPr/>
        </p:nvSpPr>
        <p:spPr>
          <a:xfrm>
            <a:off x="7269480" y="429768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29768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726679" y="4279392"/>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Accuracy proven on held-out parts, not tuned to look good</a:t>
            </a:r>
          </a:p>
        </p:txBody>
      </p:sp>
      <p:sp>
        <p:nvSpPr>
          <p:cNvPr id="49" name="Rounded Rectangle 48"/>
          <p:cNvSpPr/>
          <p:nvPr/>
        </p:nvSpPr>
        <p:spPr>
          <a:xfrm>
            <a:off x="7269480" y="486460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86460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726679" y="4846320"/>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Even AI changes are A/B-measured by a benchmark harness</a:t>
            </a:r>
          </a:p>
        </p:txBody>
      </p:sp>
      <p:sp>
        <p:nvSpPr>
          <p:cNvPr id="52" name="Rounded Rectangle 51"/>
          <p:cNvSpPr/>
          <p:nvPr/>
        </p:nvSpPr>
        <p:spPr>
          <a:xfrm>
            <a:off x="7269480" y="543153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43153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726679" y="5413248"/>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Directed, reviewed &amp; verified by an engineer — AI did the typing, on personal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8" name="Rounded Rectangle 7"/>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0" name="TextBox 9"/>
          <p:cNvSpPr txBox="1"/>
          <p:nvPr/>
        </p:nvSpPr>
        <p:spPr>
          <a:xfrm>
            <a:off x="1645920" y="3630168"/>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Generate cost-reduction ideas for a live vehicle system</a:t>
            </a:r>
          </a:p>
        </p:txBody>
      </p:sp>
      <p:sp>
        <p:nvSpPr>
          <p:cNvPr id="11" name="Rounded Rectangle 10"/>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3" name="TextBox 12"/>
          <p:cNvSpPr txBox="1"/>
          <p:nvPr/>
        </p:nvSpPr>
        <p:spPr>
          <a:xfrm>
            <a:off x="1645920" y="4197096"/>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Upload a CAD part → feature-based should-cost + 3D view</a:t>
            </a:r>
          </a:p>
        </p:txBody>
      </p:sp>
      <p:sp>
        <p:nvSpPr>
          <p:cNvPr id="14" name="Rounded Rectangle 13"/>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6" name="TextBox 15"/>
          <p:cNvSpPr txBox="1"/>
          <p:nvPr/>
        </p:nvSpPr>
        <p:spPr>
          <a:xfrm>
            <a:off x="1645920" y="4764024"/>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Photograph a PCB → AI reads the BOM → 12-country cost</a:t>
            </a:r>
          </a:p>
        </p:txBody>
      </p:sp>
      <p:sp>
        <p:nvSpPr>
          <p:cNvPr id="17" name="Rounded Rectangle 16"/>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19" name="TextBox 18"/>
          <p:cNvSpPr txBox="1"/>
          <p:nvPr/>
        </p:nvSpPr>
        <p:spPr>
          <a:xfrm>
            <a:off x="1645920" y="5330952"/>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Run a should-cost, close a quote gap with targeted ideas</a:t>
            </a:r>
          </a:p>
        </p:txBody>
      </p:sp>
      <p:sp>
        <p:nvSpPr>
          <p:cNvPr id="20" name="Rounded Rectangle 19"/>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2" name="TextBox 21"/>
          <p:cNvSpPr txBox="1"/>
          <p:nvPr/>
        </p:nvSpPr>
        <p:spPr>
          <a:xfrm>
            <a:off x="1645920" y="5897880"/>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Show the savings pipeline, scorecards &amp; ROI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