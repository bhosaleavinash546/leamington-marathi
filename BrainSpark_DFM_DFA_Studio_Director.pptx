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twenty-eight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recent work on stamping. Material is the single biggest cost in a pressed part, and our report was quoting a piece price without ever showing the strip utilisation. Now it shows the press tonnage, the strip layout and the utilisation against the industry target. Those numbers come from a die 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Six hundred and twenty-eight automated tests, ninety-three real-shaped parts swept through the full production path, and zero numbers written by AI.
Now the bottom half, and I want to be completely straight with you here, because it is the weakest part of the tool.
Every DIMENSION we report is measured from your file and you can reproduce it. But the LIMITS we compare those dimensions against are somebody's published guidance, and most of them nobody here has personally verified against the original standard. Out of two hundred and twenty-eight, only five come from a document we have read first-hand. Three are recorded as CONTESTED, meaning a source we do trust disagrees with the number we are using.
We ship that register with the product, and there is a command that prints it.
I could have left this slide off. I have put it on deliberately, because the alternative is a supplier finding it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six hundred and twenty-eight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three.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auditing our top twenty thresholds against the primary standards. The register already names which twenty and ranks them by how much damage a wrong number would do.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228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228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228</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THIS MONTH — SHEET METAL</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Press class, strip utilisation and draw operations</a:t>
            </a:r>
            <a:endParaRPr lang="en-US" sz="1400" dirty="0"/>
          </a:p>
        </p:txBody>
      </p:sp>
      <p:sp>
        <p:nvSpPr>
          <p:cNvPr id="9" name="Text 6"/>
          <p:cNvSpPr/>
          <p:nvPr/>
        </p:nvSpPr>
        <p:spPr>
          <a:xfrm>
            <a:off x="822960" y="5266944"/>
            <a:ext cx="5029200" cy="502920"/>
          </a:xfrm>
          <a:prstGeom prst="rect">
            <a:avLst/>
          </a:prstGeom>
          <a:noFill/>
          <a:ln/>
        </p:spPr>
        <p:txBody>
          <a:bodyPr wrap="square" lIns="0" tIns="0" rIns="0" bIns="0" rtlCol="0" anchor="ctr"/>
          <a:lstStyle/>
          <a:p>
            <a:pPr indent="0" marL="0">
              <a:buNone/>
            </a:pPr>
            <a:r>
              <a:rPr lang="en-US" sz="1050" dirty="0">
                <a:solidFill>
                  <a:srgbClr val="CBD5E1"/>
                </a:solidFill>
                <a:latin typeface="Calibri" pitchFamily="34" charset="0"/>
                <a:ea typeface="Calibri" pitchFamily="34" charset="-122"/>
                <a:cs typeface="Calibri" pitchFamily="34" charset="-120"/>
              </a:rPr>
              <a:t>Material is the largest cost in a stamping and our report never showed it. Utilisation now sits on page two, against the 70% industry target.</a:t>
            </a:r>
            <a:endParaRPr lang="en-US" sz="105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628</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10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228 thresholds, 5 come from a reference we have read first-hand. 3 are recorded as CONTESTED, where a primary source disagrees with the value we hold. 215 are unaudited industry consensus.</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628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55096" cy="914400"/>
        </p:xfrm>
        <a:graphic>
          <a:graphicData uri="http://schemas.openxmlformats.org/drawingml/2006/table">
            <a:tbl>
              <a:tblPr/>
              <a:tblGrid>
                <a:gridCol w="4846320"/>
                <a:gridCol w="1737360"/>
                <a:gridCol w="2194560"/>
                <a:gridCol w="2276856"/>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BrainSpark</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Established tools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Geometry read from B-rep</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Process- and alloy-specific rules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Findings priced by a should-cost engine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aPriori 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 with the leader</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Alternative process routes, priced and carbon-scored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"Not evaluated" as a first-class outcome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Rare</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Threshold provenance published with the finding</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Ahead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Revision-to-revision comparison</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1F2937"/>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374151"/>
                          </a:solidFill>
                          <a:latin typeface="Calibri" pitchFamily="34" charset="0"/>
                          <a:ea typeface="Calibri" pitchFamily="34" charset="-122"/>
                          <a:cs typeface="Calibri" pitchFamily="34" charset="-120"/>
                        </a:rPr>
                        <a:t>Parity</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Validated against measured production outcomes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Not yet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Native CATIA / NX / JT input</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b="1" dirty="0">
                          <a:solidFill>
                            <a:srgbClr val="DC2626"/>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100" dirty="0">
                          <a:solidFill>
                            <a:srgbClr val="374151"/>
                          </a:solidFill>
                          <a:latin typeface="Calibri" pitchFamily="34" charset="0"/>
                          <a:ea typeface="Calibri" pitchFamily="34" charset="-122"/>
                          <a:cs typeface="Calibri" pitchFamily="34" charset="-120"/>
                        </a:rPr>
                        <a:t>Yes</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100" b="1" dirty="0">
                          <a:solidFill>
                            <a:srgbClr val="DC2626"/>
                          </a:solidFill>
                          <a:latin typeface="Calibri" pitchFamily="34" charset="0"/>
                          <a:ea typeface="Calibri" pitchFamily="34" charset="-122"/>
                          <a:cs typeface="Calibri" pitchFamily="34" charset="-120"/>
                        </a:rPr>
                        <a:t>Behind</a:t>
                      </a:r>
                      <a:endParaRPr lang="en-US" sz="11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bl>
          </a:graphicData>
        </a:graphic>
      </p:graphicFrame>
      <p:sp>
        <p:nvSpPr>
          <p:cNvPr id="5" name="Text 2"/>
          <p:cNvSpPr/>
          <p:nvPr/>
        </p:nvSpPr>
        <p:spPr>
          <a:xfrm>
            <a:off x="566928" y="544068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Audit the top 20 thresholds</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Against primary standards. The register already names which twenty and ranks them by exposure.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2026-08-10T13:59:27Z</dcterms:created>
  <dcterms:modified xsi:type="dcterms:W3CDTF">2026-08-10T13:59:27Z</dcterms:modified>
</cp:coreProperties>
</file>