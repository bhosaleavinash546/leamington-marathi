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Ten minutes on the DFM/DFA Studio — what it does, what is genuinely inside it, and one thing I need from you at the end.
The one-line version is on the slide: it measures manufacturability from the geometry rather than asking an engineer to work through a checklist. The part on the right is a real render out of the tool,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problem statement. A DFM review is only as good as who happens to be reviewing, and the cost of missing something scales with how late it is caught.
The three failure modes on the left are the ones I set out to fix, and they map exactly onto the three things you will see next: rules that know the process and the alloy, findings marked on the geometry, and every finding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thing. Read, measure, judge, price.
The box at the bottom is the part I would ask you to hold onto. Everywhere else in the platform we use AI to propose ideas. In DFM Studio there is no AI at all — it is a geometry kernel and a rule engine. When it says a wall is 2.1 mm, something measured 2.1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Director asked what the tool actually does, so this is the inside view — six steps, and it takes about two seconds a part.
STEP ONE. You give it two things: the CAD file, and how you plan to make the part. That second one matters more than it sounds. Telling it "die casting in A356" is what makes the answer specific instead of generic.
STEP TWO. It opens the real solid. Not a picture, not a mesh someone exported — the actual faces and edges the designer built, through the same geometry kernel professional CAD uses. That is why it can tell a drilled hole from a cast one.
STEP THREE is the heart of it, and it is six passes shown along the bottom left. It meshes the surface. It fires rays through the part to measure wall thickness. It tries three different directions the tool could open in and picks the one with the least undercut — it does not assume. It recognises features: holes, ribs, pockets, bends. It checks whether the part is folded sheet. And it sweeps a virtual cutter over the surface to see what a tool can physically reach.
Each pass reports what it found — how many rays, how many triangles — or says it was skipped and why. Nothing happens silently.
STEP FOUR applies the rules. Only the ones for your process, at the limit for your alloy. And if our plant has agreed its own number, that wins over the textbook.
The three boxes on the bottom right are the bit I would ask you to remember. Every rule ends as passed, failed, or could-not-measure. Most tools collapse that last one into a green tick — which is how you get a clean report on a part nobody actually checked. Ours says so.
STEP FIVE prices it. It re-runs the same costing engine we quote with, once on the part as drawn and once with the problem fixed. The difference is what the finding is worth —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thing from the engineering: three outcomes, not two.
Every DFM tool I have looked at collapses "passed" and "could not check" into one green tick. That is how you get a report that looks clean on a part nobody actually assessed. We report coverage next to the score, and when nothing could be evaluated the score is null rather than a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 rules across 35 families. The number matters less than the second line: choosing a material and a process changes which rules run AND what they compare against.
That was the single biggest gap when I started. The first version ran every rule on every part, so a die-cast bracket got sheet-metal findings. Now the analysis is specific to the route you actually intend.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linger on. The legend reads as findings — "wall area below the minimum die-casting draft, 41.2 percent, limit 5" — not as geometry.
The honest detail: this used to mark everything the recogniser found. A casting came back with forty rings, most on ribs that broke no rule. It was annotating what we measured instead of what we concluded.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runs on.
Note the three constraints. The action text is the rule's own words, so nothing is invented. The owner is a role, because the tool genuinely does not know our org chart. And Due is deliberately empty — a date generated by software is the first thing anyone would stop believing.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and until recently we could not answer it.
The distinction that earns this slide is the second one. If rev B loses its PMI, a rule stops failing — and a naive comparison reports the problem solved. Ours calls that NOT FIXED and frees zero money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here. First, every finding is priced by the same engines that quote the part — so a designer and a buyer are looking at the same number.
Second, the panel bottom-left is this month's work, from a sheet-metal die-design textbook. Strip utilisation is the biggest single cost lever on a stamping and we were quoting a piece price without ever showing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trust the rest.
The accuracy gate is 199 checks against shapes whose answer is arithmetic — we know a cone drafted at three degrees is three degrees, so if the engine says 2.8 the build fails.
And then the bottom half, which I want to be straight about. Most of our thresholds are industry consensus that nobody has audited. We ship the register that says so, and three of them are actively disputed by a source we do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measurement I am proudest of having, and least proud of some of the numbers in.
The standard I set was: a rule that is right and silent is worth nothing. So we sweep 93 parts and count how much of the catalogue speaks.
Sheet metal at 37.5% is the worst row and I have left it in. Our synthetic test brackets have no bends, so the bend rules never get a chance. That is a test-data problem, and it is exactly why my ask at the end is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including the two rows where we lose.
Where we are genuinely ahead is provenance and honesty — no commercial tool I have seen tells you that a threshold is unaudited, or refuses to score a rule it could not check.
Where we are behind: they have decades of measured outcomes behind their numbers, and they read native CAD. Both are solvable and neither is solved by more code from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in the order that changes the answer.
Number one is the only one that matters this quarter, and it is the only one I cannot do by myself. Everything below it is engineering I can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 is the ask, and it is deliberately small.
I am not asking for budget or headcount. I am asking for one part we already buy, with the quote and the supplier's DFM comments, so we can measure the tool against something real instead of against itself.
If it disagrees with the supplier, I want to publish that. That is the fastest way to find out whether this is ready.
Happy to show it running live now if you have five more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224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224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224</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50</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REPORT FORMATS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screen, PDF, and a 14-sheet workbook</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617</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14 HTTP integration tests and an accessibility gate on every page.</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224 thresholds, 5 come from a reference we have read first-hand. 3 are recorded as CONTESTED, where a primary source disagrees with the value we hold. 211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2026-08-10T11:41:51Z</dcterms:created>
  <dcterms:modified xsi:type="dcterms:W3CDTF">2026-08-10T11:41:51Z</dcterms:modified>
</cp:coreProperties>
</file>