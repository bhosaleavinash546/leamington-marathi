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5.27</c:v>
                </c:pt>
                <c:pt idx="1">
                  <c:v>5.3</c:v>
                </c:pt>
                <c:pt idx="2">
                  <c:v>5.46</c:v>
                </c:pt>
                <c:pt idx="3">
                  <c:v>5.63</c:v>
                </c:pt>
                <c:pt idx="4">
                  <c:v>5.86</c:v>
                </c:pt>
                <c:pt idx="5">
                  <c:v>6.29</c:v>
                </c:pt>
                <c:pt idx="6">
                  <c:v>6.36</c:v>
                </c:pt>
                <c:pt idx="7">
                  <c:v>6.69</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you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you only take away this slide, you'll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you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give you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you select the material, the process, the machine, and you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you, it suggests the material and process with a confidence score you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you.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a 3D model alone is enough to get a defensible number, and if you attach the 2D drawing it reads the tolerances and GD&amp;T to sharpen the estimate further. The more you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you actually have to give it, bottom-left: the part once, the regions you care about, and a volume. Everything on the bottom-right is what the model factors in for you, per region — and on the next slide I'll show you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you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five-twenty-seven is seventeen percent under the UK. But here's the sophistication your buyers will love — landed, once you add logistics and duty, China is only about five percent cheaper. The tool shows you both, so you don't chase a saving that shipping eats. And now the bit that fixes a real pain: you do not manually update these should-costs when metal moves or rates change. Metal prices refresh automatically from a live feed; the rate library is versioned in one place. Update once, and every part re-prices in a click. No more stale spreadsheets, no re-keying — the numbers are always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hand-written code — of which roughly fifty-eight thousand is core product logic — backed by nine hundred and seventeen automated tests across seventy-nine suites. The chart shows where that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different languages and runtimes working as one integrated system. Two takeaways for this room. First, the quality is engineered in — nearly ten thousand lines of tests mean it doesn't silently regress. Second, and this is the strategic point: this depth of engineering is precisely why the intelligence is a durable, proprietary asset we own — not a subscription someone else can switch off. We built real, defensible IP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Your data, your infrastructure, your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you see it's reading real geometry, then hit Calculate — the should-cost and confidence band come back in under a minute. Then I'll attach a 2D drawing and re-run, so you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you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you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you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Always current</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auto-refresh — update once, every part re-prices</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your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you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−17% ex-works, but only −5%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54864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zero manual re-costing</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Metal prices refresh automatically from a live commodity feed; labour, energy and overhead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Update the rates once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The pain of manually updating each should-cost for the latest economics is gone.</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your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This is not a prototype or a thin wrapper around a chatbot. It is a substantial, tested, full-stack platform — built and owned in-house.</a:t>
            </a:r>
            <a:endParaRPr lang="en-US" sz="12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code, hand-written</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917</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79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~9,700 lines of tests, 917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Your data, your infrastructure, your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you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2026-07-20T14:09:01Z</dcterms:created>
  <dcterms:modified xsi:type="dcterms:W3CDTF">2026-07-20T14:09:01Z</dcterms:modified>
</cp:coreProperties>
</file>