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the PCB flow,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3–9</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10–28</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29–39</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40</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28 (the housing on one page) · slide 38 (the two findings) · slide 40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1,530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2026-08-06T13:14:46Z</dcterms:created>
  <dcterms:modified xsi:type="dcterms:W3CDTF">2026-08-06T13:14:46Z</dcterms:modified>
</cp:coreProperties>
</file>